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9" r:id="rId12"/>
    <p:sldId id="270" r:id="rId13"/>
    <p:sldId id="271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540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964A9-1C8B-4ECD-BD94-AD70A83C3E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BDFED1-0FE7-4FFD-898A-7E7DB09DA3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9ECD2-2757-4257-8060-5B5B8E470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8173A-75FD-4DEF-926A-9994323008D1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E2B20-2577-427B-95BC-2FBD8B4DE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89524-319A-4FDB-AFA7-EFF14D742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13950-6470-4016-8EA7-239367936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147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E964A-1C35-4C80-8069-E5F69F1A4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49C36-7740-4983-8991-DA13DEFDF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FA203-7F82-43C7-BD0F-D1CDBC8AF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8173A-75FD-4DEF-926A-9994323008D1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5B096-6E18-48A5-BAB6-6A6295199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56DF3-246A-485B-8D4B-1986E6F10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13950-6470-4016-8EA7-239367936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834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38ED2-DFCD-443F-8012-902B3F9DF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C1F2D1-BD33-484A-9C3E-E53E1B69C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AE8E7-7A6E-4013-89D8-AD237B22A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8173A-75FD-4DEF-926A-9994323008D1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FAF7F-C30F-4C31-A9AB-D7D52B772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226FD-06F1-4E3D-9C97-25F3F34BE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13950-6470-4016-8EA7-239367936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194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29454-ED63-40E1-883F-ABEEEEA08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ABE27-1526-448D-A67A-1712343D93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A6FF85-22B9-4581-9A45-FB88C2F06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AB38B-FBCF-451A-A814-E466D62A6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8173A-75FD-4DEF-926A-9994323008D1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EAB883-7037-4400-8F1D-FC32F5E22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E1B5AA-4F52-47E5-893F-2B5D6FFC2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13950-6470-4016-8EA7-239367936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7579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6A7C9-B248-4618-AD7B-B6028D2E7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DD845-7343-412E-9711-AFD874263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8EC869-43E3-4F4E-AAE7-77BC96E664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66C21B-E1B3-49C3-B673-E139911634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734755-DD61-47AC-BA9B-61C705B003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133F88-27DB-4158-BEC7-710643DB9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8173A-75FD-4DEF-926A-9994323008D1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48F502-CFE3-4A6C-BF52-71DCAA1CA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16CCDB-3F73-4C77-A15D-9B17DFB72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13950-6470-4016-8EA7-239367936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989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0E623-8D68-4568-8DC0-8AED82F6B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EDA0D6-8D30-4550-A7D4-4FA45C817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8173A-75FD-4DEF-926A-9994323008D1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1A9145-52B3-4B83-943B-DB2990D2E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971AC3-E74D-42A6-807C-D5E55FE88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13950-6470-4016-8EA7-239367936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3372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7EF852-4E88-4B37-B111-5B0AAB6BB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8173A-75FD-4DEF-926A-9994323008D1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CDCD59-71EC-499A-939E-AB6103AB8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6107AD-7F33-4B17-8441-D0E2323F9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13950-6470-4016-8EA7-239367936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963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A5182-D6F2-4D6D-A744-3E0FFD8C0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3DC7E-DC91-4AE3-BD97-7F3C3674F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F0A5FE-5042-4DE0-9713-7B2AB4DA8A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62CF6F-CD64-4D46-97B9-FD0FFB67A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8173A-75FD-4DEF-926A-9994323008D1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CA02CB-B913-4193-B04F-B1B85BD05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18BC3D-A89B-4466-80DE-C6C9252B6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13950-6470-4016-8EA7-239367936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628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4D134-3089-4D2A-AAFE-B5760F97F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4DBF06-C28B-4765-B356-8E0EA7A399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FF5F80-4E12-48F4-A746-0B34B15312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00B4FA-1DD1-4115-902C-3036C6EC0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8173A-75FD-4DEF-926A-9994323008D1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89A64F-B45D-40FC-A41F-6351A37D6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94AF5-6688-429B-83FA-3AC1B7D31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13950-6470-4016-8EA7-239367936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568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B5742-9C40-4471-A3ED-7C2E0F99D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6181CB-9804-45B1-A960-68EEEA421C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13C70-872C-46FE-907B-59E287FA3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8173A-75FD-4DEF-926A-9994323008D1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C3A17-D4D8-4D37-84A3-FD53BF0D9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DBC36-C5DF-4771-B857-3CFB07D98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13950-6470-4016-8EA7-239367936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369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337802-9A82-4CAA-A01E-AE746BCD2E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9B418A-CA23-4776-A330-F785B10D2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B7E92-77CB-4DCE-A747-F40F9D405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8173A-75FD-4DEF-926A-9994323008D1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734F7-4A92-4FC4-839E-8631F9B6B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412AD-FDDB-4004-BBFC-5CD09897B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13950-6470-4016-8EA7-239367936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513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F56BB7-BF1F-425A-8E98-2D3CF9ECE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6E2DAB-18AF-448E-A918-5659FCACC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C3244-CBCF-4D77-BD3A-7E452AC36F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E8173A-75FD-4DEF-926A-9994323008D1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80CAA-B49B-4A88-A3F1-772DACA41D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1D28D-477A-4E55-89AF-D0C1A0D90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113950-6470-4016-8EA7-239367936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5618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1398D3E8-466E-4EC5-A177-26FEE6C2C7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915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D2E4DE-324C-4A05-9AEE-8181969542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008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747E17-11C5-49CB-9BF4-483769D16E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016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52E172-E96F-44FA-8A47-6C0EACCB55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958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F380C5-7204-4CE1-B71F-BCA2ED288B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879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16442D-0417-4D76-B80D-843F69C1AA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940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01F7AD-9513-4938-900E-96BF9B60C4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064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A6C419A2-88C8-4073-BA3C-DD814A4AA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578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08AF58-D8DC-453D-A0B7-5A34123B9A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723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59BBBB-B92B-4FCD-BBC4-386C406C29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52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58BDB8-A2C7-4BC5-825A-9AB14DFDF1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328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0A008B-BEEC-4A57-95F9-FF832B222E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733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FD842C-E163-4F28-997E-BA7BAFF99C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934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8FFFA9-F3F4-4329-8745-A29BC44C2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688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10</dc:creator>
  <cp:lastModifiedBy>windows 10</cp:lastModifiedBy>
  <cp:revision>2</cp:revision>
  <dcterms:created xsi:type="dcterms:W3CDTF">2026-05-30T10:04:18Z</dcterms:created>
  <dcterms:modified xsi:type="dcterms:W3CDTF">2026-05-30T10:10:58Z</dcterms:modified>
</cp:coreProperties>
</file>